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883" r:id="rId4"/>
  </p:sldMasterIdLst>
  <p:notesMasterIdLst>
    <p:notesMasterId r:id="rId13"/>
  </p:notesMasterIdLst>
  <p:handoutMasterIdLst>
    <p:handoutMasterId r:id="rId14"/>
  </p:handoutMasterIdLst>
  <p:sldIdLst>
    <p:sldId id="325" r:id="rId5"/>
    <p:sldId id="307" r:id="rId6"/>
    <p:sldId id="324" r:id="rId7"/>
    <p:sldId id="338" r:id="rId8"/>
    <p:sldId id="312" r:id="rId9"/>
    <p:sldId id="341" r:id="rId10"/>
    <p:sldId id="342" r:id="rId11"/>
    <p:sldId id="32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5AB1C69-6EDB-4FF4-983F-18BD219EF32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394" autoAdjust="0"/>
  </p:normalViewPr>
  <p:slideViewPr>
    <p:cSldViewPr snapToGrid="0">
      <p:cViewPr varScale="1">
        <p:scale>
          <a:sx n="75" d="100"/>
          <a:sy n="75" d="100"/>
        </p:scale>
        <p:origin x="902" y="48"/>
      </p:cViewPr>
      <p:guideLst/>
    </p:cSldViewPr>
  </p:slideViewPr>
  <p:outlineViewPr>
    <p:cViewPr>
      <p:scale>
        <a:sx n="33" d="100"/>
        <a:sy n="33" d="100"/>
      </p:scale>
      <p:origin x="0" y="-403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-2069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04B9809-3C73-CA2B-1791-620EA168CC0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7B1C58-A1FD-D1E1-33AB-1303C48435C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6AA30A-158D-435B-B1F3-6FF82BD60FDF}" type="datetimeFigureOut">
              <a:rPr lang="en-US" smtClean="0"/>
              <a:t>10/20/2025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17A0D9-659F-DDC6-CBD8-29B61E0FF7E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9E0617-6128-05F5-8F48-6A0A1D1479E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0A24AC-02A6-46A1-A072-EAC8AC25DCA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39198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6A0313-F537-4ED0-973B-4729E10A826A}" type="datetimeFigureOut">
              <a:rPr lang="en-US" smtClean="0"/>
              <a:t>10/20/2025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C92804-03A6-47F6-A893-4DDB8903A80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4717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28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11823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02195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58397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89773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0E620-FD34-8AAC-1D67-24E2F5EAC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A277FE-BDBB-88A9-309F-8498B9B764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AE0E5A-B4ED-50F5-8184-25F2668D04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CBAF9F-9E51-A1B5-572C-65921A6029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31573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3ED11-93CF-9C35-C26D-6E219E327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12BE86-AEFA-942D-CF89-B3C5F56901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91A0EE-6F13-1DD4-06F4-C0D8074A27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DFB141-9727-2058-620E-4935A14B04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49144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58417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C7A07-96C3-42AF-943D-953C86C3DA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90472" y="1463557"/>
            <a:ext cx="9144000" cy="2387600"/>
          </a:xfrm>
        </p:spPr>
        <p:txBody>
          <a:bodyPr anchor="b">
            <a:normAutofit/>
          </a:bodyPr>
          <a:lstStyle>
            <a:lvl1pPr algn="ctr">
              <a:lnSpc>
                <a:spcPct val="90000"/>
              </a:lnSpc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EE38DF-F503-4E79-B1B0-16489708A1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90472" y="3943232"/>
            <a:ext cx="9144000" cy="1655762"/>
          </a:xfrm>
        </p:spPr>
        <p:txBody>
          <a:bodyPr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6538D75-00C2-DE73-4C65-FE94AC658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6B601B81-68C1-B63A-105C-EC637DF56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E9F3E495-0415-392A-9A07-34555BBC7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2427650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14413-82C1-4EBC-8C6B-BC5F842D1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lnSpc>
                <a:spcPct val="90000"/>
              </a:lnSpc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F029A-192E-4A44-ACC7-6C5212C777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624" y="1825625"/>
            <a:ext cx="10515600" cy="4206383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25CBB87-BE9B-82CE-8A24-F21EEA036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2131628-C033-9728-C4CF-90CDBCB89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67216CA-9A26-BBE7-68A3-9237D22CD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6127296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AF4BC-D1E9-40F0-A26B-9EA9B6B69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1081941"/>
            <a:ext cx="10515600" cy="2852737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7974A6-FAB9-47DA-8F1A-701DFC8DF3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0624" y="3961666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6B034DD9-4A61-318F-88CF-79721B55A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496DA99-E916-9F7C-9E88-AA06046AE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1CC86B5-B6B3-4633-0D90-AACB44D0D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924909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78F7F10-35F6-E392-D41B-3CD300D5CCF8}"/>
              </a:ext>
            </a:extLst>
          </p:cNvPr>
          <p:cNvSpPr/>
          <p:nvPr/>
        </p:nvSpPr>
        <p:spPr>
          <a:xfrm>
            <a:off x="0" y="685800"/>
            <a:ext cx="11494008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264F76-994F-4AB5-B17B-46C0C2FA5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A69B3B-A540-4556-98C8-1F49704A79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0624" y="1825625"/>
            <a:ext cx="5181600" cy="420638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 dirty="0"/>
            </a:lvl5pPr>
          </a:lstStyle>
          <a:p>
            <a:pPr lvl="0">
              <a:buChar char="¬"/>
            </a:pPr>
            <a:r>
              <a:rPr lang="en-US"/>
              <a:t>Click to edit Master text styles</a:t>
            </a:r>
          </a:p>
          <a:p>
            <a:pPr lvl="1">
              <a:buChar char="¬"/>
            </a:pPr>
            <a:r>
              <a:rPr lang="en-US"/>
              <a:t>Second level</a:t>
            </a:r>
          </a:p>
          <a:p>
            <a:pPr lvl="2">
              <a:buChar char="¬"/>
            </a:pPr>
            <a:r>
              <a:rPr lang="en-US"/>
              <a:t>Third level</a:t>
            </a:r>
          </a:p>
          <a:p>
            <a:pPr lvl="3">
              <a:buChar char="¬"/>
            </a:pPr>
            <a:r>
              <a:rPr lang="en-US"/>
              <a:t>Fourth level</a:t>
            </a:r>
          </a:p>
          <a:p>
            <a:pPr lvl="4">
              <a:buChar char="¬"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72438-7C63-48F2-9D6F-2461BFD6D5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56178" y="1825625"/>
            <a:ext cx="5180046" cy="4206382"/>
          </a:xfrm>
        </p:spPr>
        <p:txBody>
          <a:bodyPr/>
          <a:lstStyle>
            <a:lvl1pPr marL="228600" indent="-228600">
              <a:buFont typeface="Wingdings 2" panose="05020102010507070707" pitchFamily="18" charset="2"/>
              <a:buChar char="¬"/>
              <a:defRPr/>
            </a:lvl1pPr>
            <a:lvl2pPr marL="685800" indent="-228600">
              <a:buFont typeface="Wingdings 2" panose="05020102010507070707" pitchFamily="18" charset="2"/>
              <a:buChar char="¬"/>
              <a:defRPr/>
            </a:lvl2pPr>
            <a:lvl3pPr marL="1143000" indent="-228600">
              <a:buFont typeface="Wingdings 2" panose="05020102010507070707" pitchFamily="18" charset="2"/>
              <a:buChar char="¬"/>
              <a:defRPr/>
            </a:lvl3pPr>
            <a:lvl4pPr marL="1600200" indent="-228600">
              <a:buFont typeface="Wingdings 2" panose="05020102010507070707" pitchFamily="18" charset="2"/>
              <a:buChar char="¬"/>
              <a:defRPr/>
            </a:lvl4pPr>
            <a:lvl5pPr marL="2057400" indent="-228600">
              <a:buFont typeface="Wingdings 2" panose="05020102010507070707" pitchFamily="18" charset="2"/>
              <a:buChar char="¬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35274CEC-210E-BC97-9B79-A7D801E4B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486B3D53-F805-C08E-2359-498218FC6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1C4695B-D7BD-45F7-EB23-6FDAF2410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561204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A1F52B7-5271-53AA-8260-0CF50FF8DA3C}"/>
              </a:ext>
            </a:extLst>
          </p:cNvPr>
          <p:cNvSpPr/>
          <p:nvPr/>
        </p:nvSpPr>
        <p:spPr>
          <a:xfrm>
            <a:off x="0" y="685800"/>
            <a:ext cx="11494008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2F9955-0460-4A20-8FC6-300595560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178" y="365125"/>
            <a:ext cx="10515600" cy="1325563"/>
          </a:xfrm>
        </p:spPr>
        <p:txBody>
          <a:bodyPr>
            <a:normAutofit/>
          </a:bodyPr>
          <a:lstStyle>
            <a:lvl1pPr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95DDA7-4AAD-4EBE-880C-200E5F10A6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217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3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717496-E470-4CF6-884C-F07390A468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2178" y="2505075"/>
            <a:ext cx="5157787" cy="3526932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C438EA-D381-4F22-A911-ECDD6D04FB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75459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3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F255FA-A04D-49F2-8DB4-3CC082D0DB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754590" y="2505075"/>
            <a:ext cx="5183188" cy="3526932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7198C3F1-4E77-7888-CDB8-CF9406E4A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93561D3-90F6-AD82-BCFE-90F9427D8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32F9B33-3FA7-526F-7B45-342EB64A1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1465457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1F235-FBFF-453E-B90A-5758ED47C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938306"/>
            <a:ext cx="10515600" cy="1325563"/>
          </a:xfrm>
        </p:spPr>
        <p:txBody>
          <a:bodyPr>
            <a:normAutofit/>
          </a:bodyPr>
          <a:lstStyle>
            <a:lvl1pPr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9328E63-E075-39E2-BAA7-30CCAE2E7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5894A5-0E01-F43E-C68A-2EFAB2EB8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250128C-CE40-2B40-1B89-7E9AAAAC4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7502770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E281B99-C6A0-F92A-BDD3-BB362196501C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B8367C-67E1-A50A-1584-F859A6FED9C9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BB8861-51D7-741E-6B2C-25412D40E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D69A2F-0657-B33B-8334-C458A9538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B4FC84-48ED-0480-2497-FCD84C127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2314726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12261-8522-4437-B612-7C7100D18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457200"/>
            <a:ext cx="10512425" cy="1600200"/>
          </a:xfrm>
        </p:spPr>
        <p:txBody>
          <a:bodyPr anchor="b">
            <a:normAutofit/>
          </a:bodyPr>
          <a:lstStyle>
            <a:lvl1pPr>
              <a:defRPr sz="5200">
                <a:latin typeface="Dante (Headings)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BAA0AF-3F50-42BD-84B4-E70C3D004F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2830" y="2199340"/>
            <a:ext cx="6172200" cy="3661710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9C702B-2C4D-4590-8BEE-31940145C7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0624" y="2199340"/>
            <a:ext cx="3932237" cy="3669647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3F37370-7C05-0AAE-A0C3-9EE620A84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900B8E3-39E6-A88A-BBFB-717596EB3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48E340D-1840-D987-3EEA-963BDDE31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1050185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5334B-3019-4CA1-B658-779001922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457200"/>
            <a:ext cx="3932237" cy="160020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D3CC12-FD6B-41A3-BF67-D600CC4383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781276" y="987425"/>
            <a:ext cx="6172200" cy="487362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DB2BD5-DC18-460B-BFCC-5B2447D2B0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0624" y="2199340"/>
            <a:ext cx="3932237" cy="3669647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0F28E44-58BB-553B-BBD0-F292C66CC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F22D156-E5FE-F118-0553-B401F1965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8AEE0A6-6120-9BA2-5751-E0E2D8CF0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6399150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D930A-6467-4C46-BA13-A0F5EC12F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41977A-7872-4BE8-8C5C-D2099BEDBB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268C47-2910-B99C-EC67-F6649ADC2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019515-4A04-FBE0-E89C-86ECBB7E9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D9C272-2490-C827-9BE5-9CEE41850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8054130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76A9FC-D582-4FC8-B641-9F77B4DD15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32613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3A1683-12F6-4BA6-AD1A-F98C609514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3943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FF68BE-C313-C839-B719-0339AC344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4F4E5F-FFF4-F934-3DD9-134F8D242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FE0F82-88EB-FAE2-FC02-99D5EE301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5207414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F7D84AA-0BCE-9C85-4510-34EBAE0617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524" y="708955"/>
            <a:ext cx="12193526" cy="5463893"/>
            <a:chOff x="-1524" y="708955"/>
            <a:chExt cx="12193526" cy="546389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41002A6-9DB7-26A1-2425-8C496B953CA4}"/>
                </a:ext>
              </a:extLst>
            </p:cNvPr>
            <p:cNvSpPr/>
            <p:nvPr userDrawn="1"/>
          </p:nvSpPr>
          <p:spPr>
            <a:xfrm>
              <a:off x="-1524" y="709613"/>
              <a:ext cx="12192000" cy="5463235"/>
            </a:xfrm>
            <a:prstGeom prst="rect">
              <a:avLst/>
            </a:prstGeom>
            <a:solidFill>
              <a:schemeClr val="accent3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5" name="Graphic 24">
              <a:extLst>
                <a:ext uri="{FF2B5EF4-FFF2-40B4-BE49-F238E27FC236}">
                  <a16:creationId xmlns:a16="http://schemas.microsoft.com/office/drawing/2014/main" id="{9F029623-B14D-1CDC-9D8F-47D563937B5F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43670" t="-7182" r="-9886" b="52046"/>
            <a:stretch/>
          </p:blipFill>
          <p:spPr>
            <a:xfrm>
              <a:off x="-1" y="1162050"/>
              <a:ext cx="5568949" cy="5009032"/>
            </a:xfrm>
            <a:prstGeom prst="rect">
              <a:avLst/>
            </a:prstGeom>
          </p:spPr>
        </p:pic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B4D8031F-ED2A-8D7E-D369-6BF3256FE3FC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256" t="-7183" r="44925" b="48899"/>
            <a:stretch/>
          </p:blipFill>
          <p:spPr>
            <a:xfrm rot="16200000">
              <a:off x="7239292" y="366674"/>
              <a:ext cx="4610430" cy="5294991"/>
            </a:xfrm>
            <a:prstGeom prst="rect">
              <a:avLst/>
            </a:prstGeom>
          </p:spPr>
        </p:pic>
      </p:grp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A28D3FB-54EA-410D-A062-8F118E5D0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11496184" y="561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593477A-1279-4BCC-8257-14CC2361F8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524" y="6172200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7F04C86-E215-DFBB-8302-70BCCDFC2D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708956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F29577F-647F-5850-5636-6ED05B995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694828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7CBFB4F-DC16-FC59-E9E7-B92910449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16429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3690604-E7DB-AFA3-7E13-CAFF46FF50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79680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E2874C2-BA39-4778-DC11-487CC4FCA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11605041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6D6334D-FB4A-4843-F2FB-1CAC50021C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586958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:a16="http://schemas.microsoft.com/office/drawing/2014/main" id="{FC043C06-5053-E291-E708-44B684DC52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932" y="1115167"/>
            <a:ext cx="8534136" cy="4655385"/>
          </a:xfrm>
        </p:spPr>
        <p:txBody>
          <a:bodyPr>
            <a:noAutofit/>
          </a:bodyPr>
          <a:lstStyle>
            <a:lvl1pPr algn="ctr">
              <a:defRPr sz="72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2682488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F9E0CFE-F27B-4D50-AA2F-7146CA90E1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" y="2138289"/>
            <a:ext cx="12188952" cy="4033912"/>
          </a:xfrm>
          <a:prstGeom prst="rect">
            <a:avLst/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2C488A36-B0CB-7B46-C2A6-BA57D39EC4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7860" r="37853" b="27738"/>
          <a:stretch/>
        </p:blipFill>
        <p:spPr>
          <a:xfrm>
            <a:off x="6962087" y="2143124"/>
            <a:ext cx="5226865" cy="4033839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A8614BA2-9387-F1B5-B7DB-B34DAE90FE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2177" y="365125"/>
            <a:ext cx="10778937" cy="1325563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994EC89-4FAE-445C-A6E8-D55E4A34DE4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2899" y="2350108"/>
            <a:ext cx="10778221" cy="3609461"/>
          </a:xfrm>
        </p:spPr>
        <p:txBody>
          <a:bodyPr anchor="ctr" anchorCtr="0">
            <a:normAutofit/>
          </a:bodyPr>
          <a:lstStyle>
            <a:lvl1pPr>
              <a:buNone/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sz="1800" dirty="0">
              <a:solidFill>
                <a:schemeClr val="tx1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9ECF93F-3E86-4C44-BAF1-ADE160CADF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11496184" y="561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7A80DA6A-71F3-6286-F60A-EEEC918871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152" y="0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5F98B46-5DFC-3487-EB05-148905CA65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2138288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D768F8E-3DFF-8D92-E3CF-5AE5F6DA54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2045761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E83A1EA-5EE3-D81A-D135-860F481F67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64727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4EA58FF-2FB1-3B78-FDCF-E5DC2EFE5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172200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43267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08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brea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C2EA47A-F66B-4005-A5A4-458E90C096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2897" y="576262"/>
            <a:ext cx="5646541" cy="5295371"/>
          </a:xfrm>
        </p:spPr>
        <p:txBody>
          <a:bodyPr anchor="ctr" anchorCtr="0">
            <a:normAutofit/>
          </a:bodyPr>
          <a:lstStyle>
            <a:lvl1pPr>
              <a:defRPr sz="4400"/>
            </a:lvl1pPr>
          </a:lstStyle>
          <a:p>
            <a:pPr algn="l">
              <a:lnSpc>
                <a:spcPts val="5800"/>
              </a:lnSpc>
            </a:pPr>
            <a:r>
              <a:rPr lang="en-US" sz="4800" dirty="0"/>
              <a:t>Click to add title </a:t>
            </a:r>
          </a:p>
        </p:txBody>
      </p:sp>
      <p:sp>
        <p:nvSpPr>
          <p:cNvPr id="2" name="Picture Placeholder 13">
            <a:extLst>
              <a:ext uri="{FF2B5EF4-FFF2-40B4-BE49-F238E27FC236}">
                <a16:creationId xmlns:a16="http://schemas.microsoft.com/office/drawing/2014/main" id="{6379D45C-F78A-E101-CD9D-C98EA6E6C56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83095" y="-1"/>
            <a:ext cx="5013087" cy="6857998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7688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C2EA47A-F66B-4005-A5A4-458E90C096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2897" y="576263"/>
            <a:ext cx="5646541" cy="3304494"/>
          </a:xfrm>
        </p:spPr>
        <p:txBody>
          <a:bodyPr anchor="b" anchorCtr="0">
            <a:normAutofit/>
          </a:bodyPr>
          <a:lstStyle>
            <a:lvl1pPr>
              <a:defRPr sz="4400"/>
            </a:lvl1pPr>
          </a:lstStyle>
          <a:p>
            <a:pPr algn="l">
              <a:lnSpc>
                <a:spcPts val="5800"/>
              </a:lnSpc>
            </a:pPr>
            <a:r>
              <a:rPr lang="en-US" sz="4800" dirty="0"/>
              <a:t>Click to add title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415B1A-CA14-E219-0C7F-0B38B16847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83096" y="1"/>
            <a:ext cx="5013088" cy="6857999"/>
          </a:xfrm>
          <a:prstGeom prst="rect">
            <a:avLst/>
          </a:prstGeom>
          <a:solidFill>
            <a:schemeClr val="accent3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2BA35BB-6689-91C0-7D75-944092B3CD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11605041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71949B5-8206-3159-8E9E-E95F2A9AA4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6483096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997BFBC-DA17-6BEB-A937-333E9504DD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6363569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DF9A5C70-EFC4-1BAB-285F-B317FAF4744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2275" y="4148138"/>
            <a:ext cx="5673726" cy="152876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C073F905-5A3E-F9EB-B095-7A3A17C1ED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2249" t="13424" r="28018" b="11087"/>
          <a:stretch/>
        </p:blipFill>
        <p:spPr>
          <a:xfrm>
            <a:off x="6472427" y="0"/>
            <a:ext cx="50237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3016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E77B93E-437F-D9D6-D3D1-6DE5F025A4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744200" y="1"/>
            <a:ext cx="751984" cy="6857999"/>
          </a:xfrm>
          <a:prstGeom prst="rect">
            <a:avLst/>
          </a:prstGeom>
          <a:solidFill>
            <a:schemeClr val="accent3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B74AAE1C-171A-32A3-E6FD-75252CAB87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1796" t="12194" r="49125" b="12256"/>
          <a:stretch/>
        </p:blipFill>
        <p:spPr>
          <a:xfrm>
            <a:off x="10732660" y="-5609"/>
            <a:ext cx="763524" cy="6863608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F581E4B7-6D97-63BF-7E87-5E71F8BD8C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2178" y="365125"/>
            <a:ext cx="9733538" cy="1325563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B630934-DBD2-4535-961F-B198ABA2D05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9106" y="2198915"/>
            <a:ext cx="9741183" cy="3345316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800" baseline="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sz="1800" dirty="0">
              <a:solidFill>
                <a:schemeClr val="tx1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020D2A6-7700-487F-AC7E-A5A2C30DC1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11496184" y="561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FC30D6A-6415-42E1-89E9-EF806C3FE3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524" y="6172200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05DBF26-BAB3-D5FD-5EA7-310263D4CA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152" y="0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940584B-2A03-52F7-B667-9CD1A2BD7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11605041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A3C0872-DC48-53B1-8569-7A913D92D8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10744200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635D700-0F05-E0E7-FB42-2FC890C26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10630770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5C00B3F-62BE-8535-5239-46279DF1B7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052457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45414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break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B7AE2FB-B934-16AA-2537-04016B7F1AA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2897" y="576263"/>
            <a:ext cx="5646541" cy="3304494"/>
          </a:xfrm>
        </p:spPr>
        <p:txBody>
          <a:bodyPr anchor="b" anchorCtr="0">
            <a:normAutofit/>
          </a:bodyPr>
          <a:lstStyle>
            <a:lvl1pPr>
              <a:defRPr sz="4400"/>
            </a:lvl1pPr>
          </a:lstStyle>
          <a:p>
            <a:pPr algn="l">
              <a:lnSpc>
                <a:spcPts val="5800"/>
              </a:lnSpc>
            </a:pPr>
            <a:r>
              <a:rPr lang="en-US" sz="4800" dirty="0"/>
              <a:t>Click to add title 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B5241927-0828-2C0E-290E-E82A357BC83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2275" y="4148138"/>
            <a:ext cx="5673726" cy="152876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" name="Picture Placeholder 13">
            <a:extLst>
              <a:ext uri="{FF2B5EF4-FFF2-40B4-BE49-F238E27FC236}">
                <a16:creationId xmlns:a16="http://schemas.microsoft.com/office/drawing/2014/main" id="{6379D45C-F78A-E101-CD9D-C98EA6E6C56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83095" y="-1"/>
            <a:ext cx="5013087" cy="6857998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4F6DF6-2D97-1E21-15A5-D0E9397E2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504656" y="2020824"/>
            <a:ext cx="687343" cy="1896697"/>
          </a:xfrm>
          <a:prstGeom prst="rect">
            <a:avLst/>
          </a:prstGeom>
          <a:solidFill>
            <a:schemeClr val="accent3">
              <a:alpha val="2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3314061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79BDEB7A-D103-487A-8C1B-9145FB24B6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2897" y="539496"/>
            <a:ext cx="5228393" cy="269719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 sz="4800" dirty="0"/>
              <a:t>Click to add title 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3017A3E-25F7-41D5-AABB-24D0E2673A6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2897" y="3354749"/>
            <a:ext cx="5228392" cy="2582470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05C0C26-4C66-47DC-B079-5B94C22F15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524" y="6172200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07E30B1-7066-9D31-7A11-7B81B65DD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11496184" y="561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972E672D-C862-C853-0730-15E3C4953D67}"/>
              </a:ext>
            </a:extLst>
          </p:cNvPr>
          <p:cNvSpPr/>
          <p:nvPr userDrawn="1"/>
        </p:nvSpPr>
        <p:spPr>
          <a:xfrm>
            <a:off x="9884230" y="1"/>
            <a:ext cx="1611954" cy="6857999"/>
          </a:xfrm>
          <a:prstGeom prst="rect">
            <a:avLst/>
          </a:prstGeom>
          <a:solidFill>
            <a:schemeClr val="accent3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10336ED-3DCB-4524-8A3F-9FBBD0B18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11605041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815F86B-1A6A-ECD5-F63A-4280BADEF7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9884230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B5534F0-444E-1FA5-FC8F-F04505FC0F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9768622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119972F-DA18-8749-FF59-A83CA1E1F4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9372495" y="561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067D80A1-B7E7-2F80-975E-2E87C591BB67}"/>
              </a:ext>
            </a:extLst>
          </p:cNvPr>
          <p:cNvSpPr/>
          <p:nvPr userDrawn="1"/>
        </p:nvSpPr>
        <p:spPr>
          <a:xfrm>
            <a:off x="7760541" y="1"/>
            <a:ext cx="1611954" cy="6857999"/>
          </a:xfrm>
          <a:prstGeom prst="rect">
            <a:avLst/>
          </a:prstGeom>
          <a:solidFill>
            <a:schemeClr val="accent3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E88F6AB-6890-F7DE-7C01-CE237F7786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9481352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F6575E3-45E3-206E-9037-D8FD562B7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7760541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BE4BC31-600E-ECD3-1E7F-FE4F6F720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7644933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Graphic 33">
            <a:extLst>
              <a:ext uri="{FF2B5EF4-FFF2-40B4-BE49-F238E27FC236}">
                <a16:creationId xmlns:a16="http://schemas.microsoft.com/office/drawing/2014/main" id="{3F8CA839-B327-1ECD-C35D-02164F5BBD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706" t="12194" r="49126" b="12256"/>
          <a:stretch/>
        </p:blipFill>
        <p:spPr>
          <a:xfrm>
            <a:off x="9884229" y="-5609"/>
            <a:ext cx="1611955" cy="6863608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E1A97957-D274-4D24-1862-D53BF72826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0790" t="12194" r="70042" b="12256"/>
          <a:stretch/>
        </p:blipFill>
        <p:spPr>
          <a:xfrm>
            <a:off x="7753789" y="5610"/>
            <a:ext cx="1611955" cy="6863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701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4B53B4F-080C-8523-03AD-871CC3B8D168}"/>
              </a:ext>
            </a:extLst>
          </p:cNvPr>
          <p:cNvSpPr/>
          <p:nvPr/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2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53B790B-70BD-FD52-2540-F1DA4882170E}"/>
              </a:ext>
            </a:extLst>
          </p:cNvPr>
          <p:cNvSpPr/>
          <p:nvPr/>
        </p:nvSpPr>
        <p:spPr>
          <a:xfrm>
            <a:off x="1446276" y="685800"/>
            <a:ext cx="107442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 descr="Tag=AccentColor&#10;Flavor=Light&#10;Target=Line">
            <a:extLst>
              <a:ext uri="{FF2B5EF4-FFF2-40B4-BE49-F238E27FC236}">
                <a16:creationId xmlns:a16="http://schemas.microsoft.com/office/drawing/2014/main" id="{7D4FC5F0-CBD6-AEEB-4902-28D624068890}"/>
              </a:ext>
            </a:extLst>
          </p:cNvPr>
          <p:cNvCxnSpPr>
            <a:cxnSpLocks/>
          </p:cNvCxnSpPr>
          <p:nvPr/>
        </p:nvCxnSpPr>
        <p:spPr>
          <a:xfrm flipV="1">
            <a:off x="11496184" y="5610"/>
            <a:ext cx="0" cy="685800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 descr="Tag=AccentColor&#10;Flavor=Light&#10;Target=Line">
            <a:extLst>
              <a:ext uri="{FF2B5EF4-FFF2-40B4-BE49-F238E27FC236}">
                <a16:creationId xmlns:a16="http://schemas.microsoft.com/office/drawing/2014/main" id="{FA9EB4DB-DDA5-1A45-7D87-B2BF67D2D1C3}"/>
              </a:ext>
            </a:extLst>
          </p:cNvPr>
          <p:cNvCxnSpPr>
            <a:cxnSpLocks/>
          </p:cNvCxnSpPr>
          <p:nvPr/>
        </p:nvCxnSpPr>
        <p:spPr>
          <a:xfrm>
            <a:off x="1524" y="6172200"/>
            <a:ext cx="12192000" cy="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2AF870-601F-4570-A8A9-1003F8939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CCCECD-B6E7-4C40-8A84-65FD5A3F0A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0624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3EFA4D-0E39-4E26-B43C-5D1084B3BA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20624" y="6217920"/>
            <a:ext cx="2743200" cy="6400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851EA-2F2C-4012-8B96-51179BDD11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67328" y="6217920"/>
            <a:ext cx="7196328" cy="6400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BB8ACB-7A60-4D76-A149-0C57A30E0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152" y="-18288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6289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  <p:sldLayoutId id="2147483895" r:id="rId12"/>
    <p:sldLayoutId id="2147483896" r:id="rId13"/>
    <p:sldLayoutId id="2147483897" r:id="rId14"/>
    <p:sldLayoutId id="2147483898" r:id="rId15"/>
    <p:sldLayoutId id="2147483899" r:id="rId16"/>
    <p:sldLayoutId id="2147483900" r:id="rId17"/>
    <p:sldLayoutId id="2147483907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accent2"/>
        </a:buClr>
        <a:buFont typeface="Wingdings 2" panose="05020102010507070707" pitchFamily="18" charset="2"/>
        <a:buChar char="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2"/>
        </a:buClr>
        <a:buFont typeface="Wingdings 2" panose="05020102010507070707" pitchFamily="18" charset="2"/>
        <a:buChar char="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2"/>
        </a:buClr>
        <a:buFont typeface="Wingdings 2" panose="05020102010507070707" pitchFamily="18" charset="2"/>
        <a:buChar char="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2"/>
        </a:buClr>
        <a:buFont typeface="Wingdings 2" panose="05020102010507070707" pitchFamily="18" charset="2"/>
        <a:buChar char="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2"/>
        </a:buClr>
        <a:buFont typeface="Wingdings 2" panose="05020102010507070707" pitchFamily="18" charset="2"/>
        <a:buChar char="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02107B0-826E-4E2E-390A-A0CBF1F86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Neural Networks in </a:t>
            </a:r>
            <a:r>
              <a:rPr lang="en-US" dirty="0" err="1"/>
              <a:t>Keras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58108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lide Number Placeholder 38">
            <a:extLst>
              <a:ext uri="{FF2B5EF4-FFF2-40B4-BE49-F238E27FC236}">
                <a16:creationId xmlns:a16="http://schemas.microsoft.com/office/drawing/2014/main" id="{86A23B90-D6E2-D980-7780-B6FC54FD8D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E0FD4B5-4088-0CC7-E6CC-DEA779045EB0}"/>
              </a:ext>
            </a:extLst>
          </p:cNvPr>
          <p:cNvSpPr txBox="1">
            <a:spLocks/>
          </p:cNvSpPr>
          <p:nvPr/>
        </p:nvSpPr>
        <p:spPr>
          <a:xfrm>
            <a:off x="11503152" y="0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A4F6043-7A67-491B-98BC-F933DED7226D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C8D6CFC1-AC13-A111-8687-7248E9B8AA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63712" y="1089705"/>
            <a:ext cx="11343808" cy="40811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/>
              <a:t>Introduction</a:t>
            </a:r>
            <a:br>
              <a:rPr lang="en-US" sz="3600" b="1" dirty="0"/>
            </a:br>
            <a:br>
              <a:rPr lang="en-US" sz="3600" b="1" dirty="0"/>
            </a:br>
            <a:r>
              <a:rPr lang="en-US" sz="3600" dirty="0"/>
              <a:t>Neural Networks are the </a:t>
            </a:r>
            <a:r>
              <a:rPr lang="en-US" sz="3600" b="1" dirty="0"/>
              <a:t>foundation of Deep Learning</a:t>
            </a:r>
            <a:r>
              <a:rPr lang="en-US" sz="3600" dirty="0"/>
              <a:t>.</a:t>
            </a:r>
            <a:br>
              <a:rPr lang="en-US" sz="3600" dirty="0"/>
            </a:br>
            <a:r>
              <a:rPr lang="en-US" sz="3600" dirty="0"/>
              <a:t>They mimic the way the human brain processes information using interconnected </a:t>
            </a:r>
            <a:r>
              <a:rPr lang="en-US" sz="3600" b="1" dirty="0"/>
              <a:t>neurons (nodes)</a:t>
            </a:r>
            <a:r>
              <a:rPr lang="en-US" sz="3600" dirty="0"/>
              <a:t> arranged in layers.</a:t>
            </a:r>
            <a:br>
              <a:rPr lang="en-US" sz="3600" dirty="0"/>
            </a:br>
            <a:r>
              <a:rPr lang="en-US" sz="3600" dirty="0" err="1"/>
              <a:t>Keras</a:t>
            </a:r>
            <a:r>
              <a:rPr lang="en-US" sz="3600" dirty="0"/>
              <a:t>, a high-level API in TensorFlow, makes building and training neural networks </a:t>
            </a:r>
            <a:r>
              <a:rPr lang="en-US" sz="3600" b="1" dirty="0"/>
              <a:t>easy, fast, and efficient</a:t>
            </a:r>
            <a:r>
              <a:rPr lang="en-US" sz="3600" dirty="0"/>
              <a:t>.</a:t>
            </a:r>
            <a:br>
              <a:rPr lang="en-US" sz="3600" dirty="0"/>
            </a:b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63093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DC8A798-1D4C-FA1C-7305-BAD850C1AF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2897" y="576262"/>
            <a:ext cx="11433823" cy="5295371"/>
          </a:xfrm>
        </p:spPr>
        <p:txBody>
          <a:bodyPr>
            <a:normAutofit/>
          </a:bodyPr>
          <a:lstStyle/>
          <a:p>
            <a:r>
              <a:rPr lang="en-US" sz="4000" b="1" dirty="0"/>
              <a:t>Structure of a Neural Network</a:t>
            </a:r>
            <a:br>
              <a:rPr lang="en-US" sz="4000" b="1" dirty="0"/>
            </a:br>
            <a:br>
              <a:rPr lang="en-US" sz="4000" b="1" dirty="0"/>
            </a:br>
            <a:r>
              <a:rPr lang="en-US" sz="4000" b="1" dirty="0"/>
              <a:t>Input Layer</a:t>
            </a:r>
            <a:r>
              <a:rPr lang="en-US" sz="4000" dirty="0"/>
              <a:t> → Accepts features from the dataset</a:t>
            </a:r>
            <a:br>
              <a:rPr lang="en-US" sz="4000" dirty="0"/>
            </a:br>
            <a:r>
              <a:rPr lang="en-US" sz="4000" b="1" dirty="0"/>
              <a:t>Hidden Layers</a:t>
            </a:r>
            <a:r>
              <a:rPr lang="en-US" sz="4000" dirty="0"/>
              <a:t> → Perform transformations using activation functions</a:t>
            </a:r>
            <a:br>
              <a:rPr lang="en-US" sz="4000" dirty="0"/>
            </a:br>
            <a:r>
              <a:rPr lang="en-US" sz="4000" b="1" dirty="0"/>
              <a:t>Output Layer</a:t>
            </a:r>
            <a:r>
              <a:rPr lang="en-US" sz="4000" dirty="0"/>
              <a:t> → Produces final predictions</a:t>
            </a:r>
            <a:br>
              <a:rPr lang="en-US" sz="4000" dirty="0"/>
            </a:b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9368988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3075B-6975-48BD-7457-07BACEFF2CC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726600" y="932876"/>
            <a:ext cx="10520520" cy="40811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3600" b="1" dirty="0"/>
              <a:t>Key Concepts in </a:t>
            </a:r>
            <a:r>
              <a:rPr lang="en-IN" sz="3600" b="1" dirty="0" err="1"/>
              <a:t>Keras</a:t>
            </a:r>
            <a:r>
              <a:rPr lang="en-IN" sz="3600" b="1" dirty="0"/>
              <a:t> Neural Networks</a:t>
            </a:r>
            <a:br>
              <a:rPr lang="en-IN" sz="3600" b="1" dirty="0"/>
            </a:br>
            <a:br>
              <a:rPr lang="en-IN" sz="3600" b="1" dirty="0"/>
            </a:br>
            <a:r>
              <a:rPr lang="en-IN" sz="3600" b="1" dirty="0"/>
              <a:t>Dense Layer</a:t>
            </a:r>
            <a:r>
              <a:rPr lang="en-IN" sz="3600" dirty="0"/>
              <a:t>: Fully connected layer</a:t>
            </a:r>
            <a:br>
              <a:rPr lang="en-IN" sz="3600" dirty="0"/>
            </a:br>
            <a:r>
              <a:rPr lang="en-IN" sz="3600" b="1" dirty="0"/>
              <a:t>Activation Functions</a:t>
            </a:r>
            <a:r>
              <a:rPr lang="en-IN" sz="3600" dirty="0"/>
              <a:t>: Sigmoid, </a:t>
            </a:r>
            <a:r>
              <a:rPr lang="en-IN" sz="3600" dirty="0" err="1"/>
              <a:t>ReLU</a:t>
            </a:r>
            <a:r>
              <a:rPr lang="en-IN" sz="3600" dirty="0"/>
              <a:t>, </a:t>
            </a:r>
            <a:r>
              <a:rPr lang="en-IN" sz="3600" dirty="0" err="1"/>
              <a:t>Softmax</a:t>
            </a:r>
            <a:r>
              <a:rPr lang="en-IN" sz="3600" dirty="0"/>
              <a:t>, Tanh</a:t>
            </a:r>
            <a:br>
              <a:rPr lang="en-IN" sz="3600" dirty="0"/>
            </a:br>
            <a:r>
              <a:rPr lang="en-IN" sz="3600" b="1" dirty="0"/>
              <a:t>Loss Functions</a:t>
            </a:r>
            <a:r>
              <a:rPr lang="en-IN" sz="3600" dirty="0"/>
              <a:t>: MSE, Binary Cross-Entropy, Categorical Cross-Entropy</a:t>
            </a:r>
            <a:br>
              <a:rPr lang="en-IN" sz="3600" dirty="0"/>
            </a:br>
            <a:r>
              <a:rPr lang="en-IN" sz="3600" b="1" dirty="0"/>
              <a:t>Optimizers</a:t>
            </a:r>
            <a:r>
              <a:rPr lang="en-IN" sz="3600" dirty="0"/>
              <a:t>: SGD, Adam, RMSprop</a:t>
            </a:r>
            <a:br>
              <a:rPr lang="en-IN" sz="3600" dirty="0"/>
            </a:b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56006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253F77DE-9A00-003D-3E35-AA011DA6A2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AD73156-2390-BB42-48B5-818ECA165475}"/>
              </a:ext>
            </a:extLst>
          </p:cNvPr>
          <p:cNvSpPr txBox="1">
            <a:spLocks/>
          </p:cNvSpPr>
          <p:nvPr/>
        </p:nvSpPr>
        <p:spPr>
          <a:xfrm>
            <a:off x="11503152" y="0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A4F6043-7A67-491B-98BC-F933DED7226D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A4AE126-D052-A5FB-DF38-A9840783DD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94645" y="1173162"/>
            <a:ext cx="10691515" cy="36379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3200" b="1" dirty="0"/>
              <a:t>Why Use </a:t>
            </a:r>
            <a:r>
              <a:rPr lang="en-IN" sz="3200" b="1" dirty="0" err="1"/>
              <a:t>Keras</a:t>
            </a:r>
            <a:r>
              <a:rPr lang="en-IN" sz="3200" b="1" dirty="0"/>
              <a:t>?</a:t>
            </a:r>
            <a:br>
              <a:rPr lang="en-IN" sz="3200" b="1" dirty="0"/>
            </a:br>
            <a:br>
              <a:rPr lang="en-IN" sz="3200" b="1" dirty="0"/>
            </a:br>
            <a:r>
              <a:rPr lang="en-IN" sz="3200" dirty="0"/>
              <a:t>User-friendly and modular</a:t>
            </a:r>
            <a:br>
              <a:rPr lang="en-IN" sz="3200" dirty="0"/>
            </a:br>
            <a:r>
              <a:rPr lang="en-IN" sz="3200" dirty="0"/>
              <a:t> Built on top of TensorFlow</a:t>
            </a:r>
            <a:br>
              <a:rPr lang="en-IN" sz="3200" dirty="0"/>
            </a:br>
            <a:r>
              <a:rPr lang="en-IN" sz="3200" dirty="0"/>
              <a:t> Supports rapid prototyping</a:t>
            </a:r>
            <a:br>
              <a:rPr lang="en-IN" sz="3200" dirty="0"/>
            </a:br>
            <a:r>
              <a:rPr lang="en-IN" sz="3200" dirty="0"/>
              <a:t> GPU/TPU support for scalability</a:t>
            </a:r>
            <a:br>
              <a:rPr lang="en-IN" sz="3200" dirty="0"/>
            </a:br>
            <a:r>
              <a:rPr lang="en-IN" sz="3200" dirty="0"/>
              <a:t> Wide community and documentation</a:t>
            </a:r>
            <a:br>
              <a:rPr lang="en-IN" sz="3200" dirty="0"/>
            </a:b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56282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9BF5E-7D68-CADB-90DC-433B7EA3E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FEB58-5BA2-BEAC-8D52-DA86CEE46BB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743646" y="498384"/>
            <a:ext cx="9861755" cy="56462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4000" b="1" dirty="0"/>
              <a:t>Applications of Neural Networks</a:t>
            </a:r>
            <a:br>
              <a:rPr lang="en-IN" sz="4000" b="1" dirty="0"/>
            </a:br>
            <a:br>
              <a:rPr lang="en-IN" sz="4000" b="1" dirty="0"/>
            </a:br>
            <a:r>
              <a:rPr lang="en-IN" sz="4000" dirty="0"/>
              <a:t>Image recognition (face detection, medical imaging)</a:t>
            </a:r>
            <a:br>
              <a:rPr lang="en-IN" sz="4000" dirty="0"/>
            </a:br>
            <a:r>
              <a:rPr lang="en-IN" sz="4000" dirty="0"/>
              <a:t>Natural Language Processing (sentiment analysis, chatbots)</a:t>
            </a:r>
            <a:br>
              <a:rPr lang="en-IN" sz="4000" dirty="0"/>
            </a:br>
            <a:r>
              <a:rPr lang="en-IN" sz="4000" dirty="0"/>
              <a:t>Recommendation systems (Netflix, Amazon)</a:t>
            </a:r>
            <a:br>
              <a:rPr lang="en-IN" sz="4000" dirty="0"/>
            </a:br>
            <a:r>
              <a:rPr lang="en-IN" sz="4000" dirty="0"/>
              <a:t>Predictive analytics in finance, healthcare, and business</a:t>
            </a:r>
            <a:br>
              <a:rPr lang="en-IN" sz="4000" dirty="0"/>
            </a:b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5339352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8D832C-2DE4-445A-DAF0-19162A7E7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AF72F-4EA4-554E-6BD7-EA4C9392A79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743646" y="1100717"/>
            <a:ext cx="10462834" cy="36491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/>
              <a:t>Conclusion</a:t>
            </a:r>
            <a:br>
              <a:rPr lang="en-US" sz="3200" b="1" dirty="0"/>
            </a:br>
            <a:br>
              <a:rPr lang="en-US" sz="3200" b="1" dirty="0"/>
            </a:br>
            <a:r>
              <a:rPr lang="en-US" sz="3200" dirty="0" err="1"/>
              <a:t>Keras</a:t>
            </a:r>
            <a:r>
              <a:rPr lang="en-US" sz="3200" dirty="0"/>
              <a:t> provides a </a:t>
            </a:r>
            <a:r>
              <a:rPr lang="en-US" sz="3200" b="1" dirty="0"/>
              <a:t>simple yet powerful interface</a:t>
            </a:r>
            <a:r>
              <a:rPr lang="en-US" sz="3200" dirty="0"/>
              <a:t> for building neural networks.</a:t>
            </a:r>
            <a:br>
              <a:rPr lang="en-US" sz="3200" dirty="0"/>
            </a:br>
            <a:r>
              <a:rPr lang="en-US" sz="3200" dirty="0"/>
              <a:t>This introduction is the </a:t>
            </a:r>
            <a:r>
              <a:rPr lang="en-US" sz="3200" b="1" dirty="0"/>
              <a:t>first step into Deep Learning</a:t>
            </a:r>
            <a:r>
              <a:rPr lang="en-US" sz="3200" dirty="0"/>
              <a:t>, opening the door to advanced architectures like CNNs, RNNs, and beyond</a:t>
            </a:r>
            <a:br>
              <a:rPr lang="en-US" sz="3200" dirty="0"/>
            </a:b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0923237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F1F15-46F5-4A2B-AF38-34F3B8027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0A4C54-B3B2-4B02-A340-C72E57FEE5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sz="2800" dirty="0"/>
              <a:t>If you have any doubts?</a:t>
            </a:r>
          </a:p>
          <a:p>
            <a:r>
              <a:rPr lang="en-US" sz="2800" dirty="0"/>
              <a:t>thahliyamist@gmail.com</a:t>
            </a:r>
          </a:p>
        </p:txBody>
      </p:sp>
    </p:spTree>
    <p:extLst>
      <p:ext uri="{BB962C8B-B14F-4D97-AF65-F5344CB8AC3E}">
        <p14:creationId xmlns:p14="http://schemas.microsoft.com/office/powerpoint/2010/main" val="1315345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setVTI">
  <a:themeElements>
    <a:clrScheme name="Custom 20">
      <a:dk1>
        <a:srgbClr val="000000"/>
      </a:dk1>
      <a:lt1>
        <a:sysClr val="window" lastClr="FFFFFF"/>
      </a:lt1>
      <a:dk2>
        <a:srgbClr val="2C3948"/>
      </a:dk2>
      <a:lt2>
        <a:srgbClr val="F4F4F4"/>
      </a:lt2>
      <a:accent1>
        <a:srgbClr val="F49D90"/>
      </a:accent1>
      <a:accent2>
        <a:srgbClr val="D6947C"/>
      </a:accent2>
      <a:accent3>
        <a:srgbClr val="BF8484"/>
      </a:accent3>
      <a:accent4>
        <a:srgbClr val="96A9AA"/>
      </a:accent4>
      <a:accent5>
        <a:srgbClr val="DD796C"/>
      </a:accent5>
      <a:accent6>
        <a:srgbClr val="D09145"/>
      </a:accent6>
      <a:hlink>
        <a:srgbClr val="DF686A"/>
      </a:hlink>
      <a:folHlink>
        <a:srgbClr val="F93F1C"/>
      </a:folHlink>
    </a:clrScheme>
    <a:fontScheme name="Dante">
      <a:majorFont>
        <a:latin typeface="Dante"/>
        <a:ea typeface=""/>
        <a:cs typeface=""/>
      </a:majorFont>
      <a:minorFont>
        <a:latin typeface="Dan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setVTI" id="{17A3166B-76FF-4669-8F6D-D4251AE158D8}" vid="{4532814A-B5F8-4CFD-BC69-A007D492DA4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3B37DAF-AFAF-4561-A80B-C76198EBD319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A29436BC-77AE-4AEE-A282-4E162A1CAA7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B665E41-66EB-401D-940D-8E7024721BE5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Principal Component Analysis (PCA) for Dimensionality Reduction,Day67</Template>
  <TotalTime>10</TotalTime>
  <Words>283</Words>
  <Application>Microsoft Office PowerPoint</Application>
  <PresentationFormat>Widescreen</PresentationFormat>
  <Paragraphs>22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Dante</vt:lpstr>
      <vt:lpstr>Dante (Headings)2</vt:lpstr>
      <vt:lpstr>Helvetica Neue Medium</vt:lpstr>
      <vt:lpstr>Wingdings 2</vt:lpstr>
      <vt:lpstr>OffsetVTI</vt:lpstr>
      <vt:lpstr>Introduction to Neural Networks in Keras</vt:lpstr>
      <vt:lpstr>Introduction  Neural Networks are the foundation of Deep Learning. They mimic the way the human brain processes information using interconnected neurons (nodes) arranged in layers. Keras, a high-level API in TensorFlow, makes building and training neural networks easy, fast, and efficient. </vt:lpstr>
      <vt:lpstr>Structure of a Neural Network  Input Layer → Accepts features from the dataset Hidden Layers → Perform transformations using activation functions Output Layer → Produces final predictions </vt:lpstr>
      <vt:lpstr>Key Concepts in Keras Neural Networks  Dense Layer: Fully connected layer Activation Functions: Sigmoid, ReLU, Softmax, Tanh Loss Functions: MSE, Binary Cross-Entropy, Categorical Cross-Entropy Optimizers: SGD, Adam, RMSprop </vt:lpstr>
      <vt:lpstr>Why Use Keras?  User-friendly and modular  Built on top of TensorFlow  Supports rapid prototyping  GPU/TPU support for scalability  Wide community and documentation </vt:lpstr>
      <vt:lpstr>Applications of Neural Networks  Image recognition (face detection, medical imaging) Natural Language Processing (sentiment analysis, chatbots) Recommendation systems (Netflix, Amazon) Predictive analytics in finance, healthcare, and business </vt:lpstr>
      <vt:lpstr>Conclusion  Keras provides a simple yet powerful interface for building neural networks. This introduction is the first step into Deep Learning, opening the door to advanced architectures like CNNs, RNNs, and beyond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Thahliya M</dc:creator>
  <cp:lastModifiedBy>Thahliya M</cp:lastModifiedBy>
  <cp:revision>1</cp:revision>
  <dcterms:created xsi:type="dcterms:W3CDTF">2025-10-20T13:44:16Z</dcterms:created>
  <dcterms:modified xsi:type="dcterms:W3CDTF">2025-10-20T13:54:50Z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