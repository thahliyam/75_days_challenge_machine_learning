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2" r:id="rId7"/>
    <p:sldId id="319" r:id="rId8"/>
    <p:sldId id="313" r:id="rId9"/>
    <p:sldId id="320" r:id="rId10"/>
    <p:sldId id="32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60" autoAdjust="0"/>
  </p:normalViewPr>
  <p:slideViewPr>
    <p:cSldViewPr snapToGrid="0">
      <p:cViewPr varScale="1">
        <p:scale>
          <a:sx n="75" d="100"/>
          <a:sy n="75" d="100"/>
        </p:scale>
        <p:origin x="902" y="53"/>
      </p:cViewPr>
      <p:guideLst/>
    </p:cSldViewPr>
  </p:slideViewPr>
  <p:outlineViewPr>
    <p:cViewPr>
      <p:scale>
        <a:sx n="33" d="100"/>
        <a:sy n="33" d="100"/>
      </p:scale>
      <p:origin x="0" y="-44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14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6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927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775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98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442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318A-E18D-68BB-38D3-EB1F3C03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78535-6BC7-185B-C546-CE5D41DCF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CA94F-75D5-C7BF-C2B0-641E676F5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2C55F-068E-2CC5-5B8D-F522A7A45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92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85251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4494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504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271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302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04688-7200-27A0-AED2-FDEA0C50E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62AE0E-CD08-E4A3-B4FB-58E3FB60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942343E8-72A7-5457-2C99-D033A36FF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1C19E638-91EB-75DC-9458-EA0229C044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6E02EB3D-A45E-B4B7-9E49-65E6921C6D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ED0F2C-33C6-33F8-D25A-653073FA8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6C992DF-7C76-80E6-220E-5545B437E8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532E4B2-6FAE-2363-8842-E08A265B0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D7AE19E9-E19F-29AF-639C-44EB5FB5E3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FC6B75DA-401A-8C4D-421A-4A0230030C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83B7B7D8-FAE1-EF25-3177-C597CA2855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D8189C2B-39BF-F3AD-761F-3EC5A41393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9B3C11E0-E220-6347-106F-7361EEF4B7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79AAD932-DEE5-826A-1B8E-BF1B2B2BB3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A9BA9C23-F16A-423E-DB70-2BBBE58B0C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237FA726-DD02-A25D-C698-4FB16B377C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A0991B4B-EDB7-1AEE-679D-75A7958333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198D13E0-51CA-CC43-BFAD-752CD4E5ED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979DDC47-298E-AFD7-CE86-9F24018FCB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FDF6497C-C9D8-77C1-9EC1-AA3DC693FD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F94954A5-B504-9802-E8A3-D92A434B21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26CA4C70-E5AD-FFC4-4F64-9029A88E1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C2F66C97-233E-069E-842E-FC7DD613F3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AA0F3696-6B0D-543A-4D40-8B145249CBF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29D21825-8498-CADF-8EB5-D08C5C4348E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D1EBC7BA-66A7-56E5-19F7-65B9A2BE6EB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41A6EA28-930F-EBBA-43EE-6CB627294A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5297B34D-B81D-6350-4194-484D7EC282F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DD7C599E-910F-8D88-3AA0-B24C9A79E13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E663B789-16D2-7968-1AB9-E036E4D4285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BE4D28C-9D5D-2CDF-4E98-5D046F140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9D439ED-096C-BC38-ECCB-78B2B5178F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E820AB2-DB7A-A79D-FAE4-35AC3D677C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88E5C4B-5B7B-FDA4-A576-7854A9D159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E3C02BC9-4E4F-3743-8563-808D6A0B437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D0EF96EA-252F-062A-E566-42ABC6B903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8DCE928-965C-EA85-F5C1-24E19E4585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B5B70EF0-D01D-E5DD-0234-6B93EE439E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CA0351E2-397A-7FC9-6BE5-A3018AAB2BD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E4DD70-FCD0-DFFE-52A6-0DE9BC2331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66F87F-6F35-E28C-1556-6383A82F7F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D4FD8A8E-2B46-F940-BD0E-086FCF7666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7532BE26-5B7C-EE9E-4191-8A54CDBBD6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BFC8ECE6-D59A-9EE4-CB81-D6162F00D8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080BC2-EE72-5D70-6666-DEBC49165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93AA0A3-2A8A-2332-F348-F88D6E1F3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4355255-9D4E-147B-DA9E-4FFB14E7C1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0C229BCD-A083-BC81-2151-41E4947E04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F138DCEE-5B8D-D5E5-54B6-6B0BA01F6E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F00BD61F-0747-E748-6BFB-CB875F4942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07C45B1B-92EA-5E82-24D1-931DB8AF99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11B1265-0119-731D-E758-7C0BAFE4B5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35056C9E-95B1-E743-9A73-5A39803B74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873B7450-9F65-5384-2976-127FD87757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3FE1A96-9FB8-DD4B-5EB8-26A91007B6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07C997E7-D2EC-2533-34E1-ADA752DD0A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CDFD69D0-D4F6-6990-4E0A-C6FEB0CE49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825CB36E-9726-A54C-5717-F6A428FED5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F8184497-7251-D4E9-F39C-EE556E4B1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835D68A6-6C40-806B-C58A-25B22D6BC6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E36097E1-57E6-7188-7C0D-36C56EF55F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9C1BAB2A-BA9C-8C5A-13B8-CE9C056AE6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4F8DCA4A-A0D6-514F-47BB-541F133C69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0BEDD737-7AD9-32AF-DA50-AE940D883A1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361792E-BF11-44DD-3900-9EE92815F3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EF08723B-66BF-73AE-106A-58DBBBABFA3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866A6C7D-739E-6ED2-8DC9-F62F969772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3CAE0274-E38E-54A4-13C4-FFD1A9DDC6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7561DEAF-B810-94D1-71BB-2116BFFFA7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23C31A5-9409-F839-90BA-3883DC5323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2742EC4-5A1C-631E-398C-F3C5A9C4A2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2C0A335-0DBB-9CDA-7CB6-64689BB782A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C21B6FD8-0F3F-70F9-2457-87BB8AAB793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44ACA065-23B9-0399-85C9-8821480A7DD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360F78FE-550E-F182-27C9-8D0D0411F4D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BEC42F-0A94-4DB3-9210-90D9BA7610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4639297D-A086-3111-DE35-3ADFC63EC52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0A57F373-E650-007D-EF3A-125835724B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7AA1C2-3BC9-2CC2-246C-891EEAAAAA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095730D-9E3D-CB3A-4FF1-D9B51A162A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FDC9A03-E7DE-3D3E-74F8-C2990A5082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3B430687-A11D-CFC5-B7C6-AF9A479146F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F9EEDCBB-CCC4-61BB-3480-8D21A3D2F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0038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518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021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089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8381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844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5237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0"/>
            <a:ext cx="5170860" cy="4869882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79776F-EEB5-464D-19DD-92EC7B3B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09A16CC-7006-C92A-F15C-618A3235A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35D8D8D-001E-352F-FE03-CC3EE1D7C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CE1C6F-D1A5-FD45-5120-8F87F05DCF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9" name="Freeform 68">
                  <a:extLst>
                    <a:ext uri="{FF2B5EF4-FFF2-40B4-BE49-F238E27FC236}">
                      <a16:creationId xmlns:a16="http://schemas.microsoft.com/office/drawing/2014/main" id="{FE946A41-95B9-A9F4-17ED-A011312446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69">
                  <a:extLst>
                    <a:ext uri="{FF2B5EF4-FFF2-40B4-BE49-F238E27FC236}">
                      <a16:creationId xmlns:a16="http://schemas.microsoft.com/office/drawing/2014/main" id="{FDFB515A-8805-F10C-2933-35BDDF1DD3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Line 70">
                  <a:extLst>
                    <a:ext uri="{FF2B5EF4-FFF2-40B4-BE49-F238E27FC236}">
                      <a16:creationId xmlns:a16="http://schemas.microsoft.com/office/drawing/2014/main" id="{F63B17C2-189B-28FA-8876-976CC481C7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13E90FB-54AC-A2FC-9D01-C95ACC91FC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5" name="Freeform 68">
                  <a:extLst>
                    <a:ext uri="{FF2B5EF4-FFF2-40B4-BE49-F238E27FC236}">
                      <a16:creationId xmlns:a16="http://schemas.microsoft.com/office/drawing/2014/main" id="{58A6A556-AB2C-1636-63D4-9E2806E367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A43047F1-413F-99DB-01CC-293FC1813A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47C2B72F-C97F-770D-5F99-50DD97EB27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72699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1"/>
            <a:ext cx="5160757" cy="297299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Subtitle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643" y="4081727"/>
            <a:ext cx="5160757" cy="1780513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800" kern="1200" cap="all" spc="3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>
                <a:cs typeface="Calibri"/>
              </a:rPr>
              <a:t>Click to add subtitle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1D5DFE-8F3F-B784-41B0-31F1C534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8FF8C9-13C5-56E2-15F0-726312FF5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867E99-B662-B6E9-E6E5-C3407AF4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7278895-DA26-C127-87C0-697FD9488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830A98F7-AE8F-57AF-4A98-D9FDD5E348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04E85AAB-DBFC-9EFB-0839-BD3BF907CB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FB82D752-7675-919F-1F4E-A662D638CA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15DAC7-8F1F-7516-6093-EF240456E2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8784DA3A-66FB-8A56-0830-9C7BAE1BDF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17465245-FA5B-23A6-733F-92E4C7D22B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E5934380-F9D4-5C01-360B-793C27BC6B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D2A0D6-CCC5-0E52-3DEA-FC7EDC9C4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52F4BA-7236-1B1C-5216-B9BE515C7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555DC04-CCBE-6784-2184-F53E6BB5E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B9A340D-1663-7DA9-73AE-9B675EF50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8" name="Freeform 68">
                  <a:extLst>
                    <a:ext uri="{FF2B5EF4-FFF2-40B4-BE49-F238E27FC236}">
                      <a16:creationId xmlns:a16="http://schemas.microsoft.com/office/drawing/2014/main" id="{79252168-D1D9-C3CD-EFC8-41C970A058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69">
                  <a:extLst>
                    <a:ext uri="{FF2B5EF4-FFF2-40B4-BE49-F238E27FC236}">
                      <a16:creationId xmlns:a16="http://schemas.microsoft.com/office/drawing/2014/main" id="{BD3D9A06-E42E-5D13-8785-3C0D11DE16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0" name="Line 70">
                  <a:extLst>
                    <a:ext uri="{FF2B5EF4-FFF2-40B4-BE49-F238E27FC236}">
                      <a16:creationId xmlns:a16="http://schemas.microsoft.com/office/drawing/2014/main" id="{21834AF8-71F0-5841-4EC6-634FD9FE3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D1C1DDF-35C6-613D-DA7C-81FC3E0E96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5" name="Freeform 68">
                  <a:extLst>
                    <a:ext uri="{FF2B5EF4-FFF2-40B4-BE49-F238E27FC236}">
                      <a16:creationId xmlns:a16="http://schemas.microsoft.com/office/drawing/2014/main" id="{F63E067E-30E2-CF93-0F3E-7766C716D4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69">
                  <a:extLst>
                    <a:ext uri="{FF2B5EF4-FFF2-40B4-BE49-F238E27FC236}">
                      <a16:creationId xmlns:a16="http://schemas.microsoft.com/office/drawing/2014/main" id="{E1121437-B5EB-87F8-77CC-3B28244521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Line 70">
                  <a:extLst>
                    <a:ext uri="{FF2B5EF4-FFF2-40B4-BE49-F238E27FC236}">
                      <a16:creationId xmlns:a16="http://schemas.microsoft.com/office/drawing/2014/main" id="{0FC3E6C1-F30C-BEBC-7EBD-1D93DCD05B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24389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445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8408" y="1187450"/>
            <a:ext cx="6255903" cy="2996901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6B76DB-2767-87C4-10EE-4BBBF284112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286000" y="4557712"/>
            <a:ext cx="7659688" cy="1639275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None/>
              <a:defRPr lang="en-US" sz="1800" kern="1200" cap="all" spc="30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F4A9DA-0E0F-BB15-37FE-7C47230AF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D7EE9A-A325-1078-BB60-9FC75CAE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E3B36E34-9750-EC15-036F-4B675C295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81">
                <a:extLst>
                  <a:ext uri="{FF2B5EF4-FFF2-40B4-BE49-F238E27FC236}">
                    <a16:creationId xmlns:a16="http://schemas.microsoft.com/office/drawing/2014/main" id="{06586384-27A4-246C-E62A-33558F884F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0" name="Freeform 61">
                <a:extLst>
                  <a:ext uri="{FF2B5EF4-FFF2-40B4-BE49-F238E27FC236}">
                    <a16:creationId xmlns:a16="http://schemas.microsoft.com/office/drawing/2014/main" id="{5AA0A056-987B-0766-D8E8-C8D89A7EC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B8359D64-1AAE-C3D6-1AEB-701A9026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40C577F2-9B8C-9987-0FDA-0B46E995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E4A8A441-14F2-1181-7C03-9AF4D75DE0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4" name="Freeform 60">
                <a:extLst>
                  <a:ext uri="{FF2B5EF4-FFF2-40B4-BE49-F238E27FC236}">
                    <a16:creationId xmlns:a16="http://schemas.microsoft.com/office/drawing/2014/main" id="{3A0F5B06-DAD1-414A-4045-AC17788009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6EAB1EB7-4688-82CC-051F-DB66DE38B8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6" name="Freeform 62">
                <a:extLst>
                  <a:ext uri="{FF2B5EF4-FFF2-40B4-BE49-F238E27FC236}">
                    <a16:creationId xmlns:a16="http://schemas.microsoft.com/office/drawing/2014/main" id="{A9AB2401-8BD6-D082-7D34-198A6545D1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3A90FDBC-4B7A-EDE5-0D04-338D0D446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8" name="Freeform 79">
                <a:extLst>
                  <a:ext uri="{FF2B5EF4-FFF2-40B4-BE49-F238E27FC236}">
                    <a16:creationId xmlns:a16="http://schemas.microsoft.com/office/drawing/2014/main" id="{A8D3C6B9-6FD6-25DA-E318-38517D172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9" name="Freeform 82">
                <a:extLst>
                  <a:ext uri="{FF2B5EF4-FFF2-40B4-BE49-F238E27FC236}">
                    <a16:creationId xmlns:a16="http://schemas.microsoft.com/office/drawing/2014/main" id="{7B45605F-50DD-B936-79D0-4D5D3DCCF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AA2CCC3A-D444-734A-6925-5778565003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1" name="Freeform 88">
                <a:extLst>
                  <a:ext uri="{FF2B5EF4-FFF2-40B4-BE49-F238E27FC236}">
                    <a16:creationId xmlns:a16="http://schemas.microsoft.com/office/drawing/2014/main" id="{A2BD9A0D-1346-B3F5-7383-79EB805AB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6EB22E5-C3DE-A015-B732-9C99977BB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3" name="Line 63">
                  <a:extLst>
                    <a:ext uri="{FF2B5EF4-FFF2-40B4-BE49-F238E27FC236}">
                      <a16:creationId xmlns:a16="http://schemas.microsoft.com/office/drawing/2014/main" id="{93CF15FE-A466-3FBE-1E87-307BF004FC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4" name="Line 66">
                  <a:extLst>
                    <a:ext uri="{FF2B5EF4-FFF2-40B4-BE49-F238E27FC236}">
                      <a16:creationId xmlns:a16="http://schemas.microsoft.com/office/drawing/2014/main" id="{3C84471E-53D8-C7CA-359C-EA3D084335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Line 67">
                  <a:extLst>
                    <a:ext uri="{FF2B5EF4-FFF2-40B4-BE49-F238E27FC236}">
                      <a16:creationId xmlns:a16="http://schemas.microsoft.com/office/drawing/2014/main" id="{BC3DC9EB-7ADF-8A40-A0B1-806A49FDD1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6" name="Line 80">
                  <a:extLst>
                    <a:ext uri="{FF2B5EF4-FFF2-40B4-BE49-F238E27FC236}">
                      <a16:creationId xmlns:a16="http://schemas.microsoft.com/office/drawing/2014/main" id="{A9814A17-E78A-F4E9-E11C-91D474D977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7" name="Line 83">
                  <a:extLst>
                    <a:ext uri="{FF2B5EF4-FFF2-40B4-BE49-F238E27FC236}">
                      <a16:creationId xmlns:a16="http://schemas.microsoft.com/office/drawing/2014/main" id="{317CBEE3-C973-721D-F6E1-B01AB3846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8" name="Line 86">
                  <a:extLst>
                    <a:ext uri="{FF2B5EF4-FFF2-40B4-BE49-F238E27FC236}">
                      <a16:creationId xmlns:a16="http://schemas.microsoft.com/office/drawing/2014/main" id="{B94FEC87-B417-D6A3-C64B-28FBFF77E6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9" name="Line 89">
                  <a:extLst>
                    <a:ext uri="{FF2B5EF4-FFF2-40B4-BE49-F238E27FC236}">
                      <a16:creationId xmlns:a16="http://schemas.microsoft.com/office/drawing/2014/main" id="{E06EF271-57E5-EEF4-D040-2024C9C5E2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6F3B2D-71C3-22D2-3FE7-AEB56473B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575CCE-8AB7-7F62-6647-54A79E708F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17ABC5D-B6B9-F1AF-A5E6-4E86BF3973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D90BB42-FD51-C2C9-345D-87DED4AC79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385D3C2A-6509-6882-27B6-96C8742214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4BF0830E-092E-8582-FD37-25EBB95D93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380A303-EA12-90C6-733E-C85628E6E9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41257D7-35B4-17E4-164F-621D979A03D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6F3910AB-8CA8-F456-4738-9F48854BD06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586CB42-F5B6-83EC-94BC-143860A11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35060AB-ED2F-208F-81B5-BEB45F802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6E687AEB-A199-BAD0-2E9A-3ACBFE2841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DAFE85D5-581E-A320-6774-95E0233C56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7270347A-DB8B-CFEA-D5B1-DBC3659BBE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1965131-3F3E-E213-B710-81D71722A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A3D07104-0A30-F679-34AF-C21FD6FACE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B13E5798-2DCB-9131-C54F-6F0D08D86F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2F125324-9871-5BDF-13D3-6E4113AFD0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E0CCD1F-2B54-D361-E053-5FF87DD5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2855" y="716800"/>
            <a:ext cx="3838575" cy="5583025"/>
            <a:chOff x="199766" y="716800"/>
            <a:chExt cx="3838575" cy="5583025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3F3EEBC-EBC4-0038-38A9-A494FED7A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0" name="Freeform 64">
                <a:extLst>
                  <a:ext uri="{FF2B5EF4-FFF2-40B4-BE49-F238E27FC236}">
                    <a16:creationId xmlns:a16="http://schemas.microsoft.com/office/drawing/2014/main" id="{581DA3CF-C0A0-8E1A-B2CA-B465ACA6C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1" name="Freeform 81">
                <a:extLst>
                  <a:ext uri="{FF2B5EF4-FFF2-40B4-BE49-F238E27FC236}">
                    <a16:creationId xmlns:a16="http://schemas.microsoft.com/office/drawing/2014/main" id="{DB32943F-D66E-F068-1ECE-FF375616F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2" name="Freeform 61">
                <a:extLst>
                  <a:ext uri="{FF2B5EF4-FFF2-40B4-BE49-F238E27FC236}">
                    <a16:creationId xmlns:a16="http://schemas.microsoft.com/office/drawing/2014/main" id="{3B13BE8F-A9CD-C462-43E9-D182FCF05E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3" name="Freeform 78">
                <a:extLst>
                  <a:ext uri="{FF2B5EF4-FFF2-40B4-BE49-F238E27FC236}">
                    <a16:creationId xmlns:a16="http://schemas.microsoft.com/office/drawing/2014/main" id="{F75852E9-400B-CA0A-4A1A-0B754AE00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84">
                <a:extLst>
                  <a:ext uri="{FF2B5EF4-FFF2-40B4-BE49-F238E27FC236}">
                    <a16:creationId xmlns:a16="http://schemas.microsoft.com/office/drawing/2014/main" id="{1D8ECB49-B6E6-DA8C-61EE-CB6BB20FF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5" name="Freeform 87">
                <a:extLst>
                  <a:ext uri="{FF2B5EF4-FFF2-40B4-BE49-F238E27FC236}">
                    <a16:creationId xmlns:a16="http://schemas.microsoft.com/office/drawing/2014/main" id="{53A3DB70-240A-ADEB-E7B2-84B3837F4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6" name="Freeform 60">
                <a:extLst>
                  <a:ext uri="{FF2B5EF4-FFF2-40B4-BE49-F238E27FC236}">
                    <a16:creationId xmlns:a16="http://schemas.microsoft.com/office/drawing/2014/main" id="{9B713D37-E240-145B-9C3E-F8D262CF7B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17B81BF5-2C3A-46BE-E721-022FD3C1F4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Freeform 62">
                <a:extLst>
                  <a:ext uri="{FF2B5EF4-FFF2-40B4-BE49-F238E27FC236}">
                    <a16:creationId xmlns:a16="http://schemas.microsoft.com/office/drawing/2014/main" id="{2885C111-E5DD-8443-FE17-0569B46EC8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9" name="Freeform 65">
                <a:extLst>
                  <a:ext uri="{FF2B5EF4-FFF2-40B4-BE49-F238E27FC236}">
                    <a16:creationId xmlns:a16="http://schemas.microsoft.com/office/drawing/2014/main" id="{029DD684-1B88-2889-DA3A-5870D67614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0" name="Freeform 79">
                <a:extLst>
                  <a:ext uri="{FF2B5EF4-FFF2-40B4-BE49-F238E27FC236}">
                    <a16:creationId xmlns:a16="http://schemas.microsoft.com/office/drawing/2014/main" id="{3C566D20-0174-75CC-D855-AB274699D8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1" name="Freeform 82">
                <a:extLst>
                  <a:ext uri="{FF2B5EF4-FFF2-40B4-BE49-F238E27FC236}">
                    <a16:creationId xmlns:a16="http://schemas.microsoft.com/office/drawing/2014/main" id="{36A8E32A-151B-A3D3-49DE-6008D6C45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Freeform 85">
                <a:extLst>
                  <a:ext uri="{FF2B5EF4-FFF2-40B4-BE49-F238E27FC236}">
                    <a16:creationId xmlns:a16="http://schemas.microsoft.com/office/drawing/2014/main" id="{76E7A491-283C-6A17-EB8C-B02383E9A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Freeform 88">
                <a:extLst>
                  <a:ext uri="{FF2B5EF4-FFF2-40B4-BE49-F238E27FC236}">
                    <a16:creationId xmlns:a16="http://schemas.microsoft.com/office/drawing/2014/main" id="{E91E0A05-94DE-D7F7-3A60-DEA330713B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FF3DE174-682A-6361-8639-CDA2D81AA0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5" name="Line 63">
                  <a:extLst>
                    <a:ext uri="{FF2B5EF4-FFF2-40B4-BE49-F238E27FC236}">
                      <a16:creationId xmlns:a16="http://schemas.microsoft.com/office/drawing/2014/main" id="{2234DE9F-CB30-6186-5B72-493836DF14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6" name="Line 66">
                  <a:extLst>
                    <a:ext uri="{FF2B5EF4-FFF2-40B4-BE49-F238E27FC236}">
                      <a16:creationId xmlns:a16="http://schemas.microsoft.com/office/drawing/2014/main" id="{DAF283E5-22FA-93DD-FB58-AA9A0424C9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7" name="Line 67">
                  <a:extLst>
                    <a:ext uri="{FF2B5EF4-FFF2-40B4-BE49-F238E27FC236}">
                      <a16:creationId xmlns:a16="http://schemas.microsoft.com/office/drawing/2014/main" id="{CE496269-4163-B3BB-A9E1-56F00C65A0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8" name="Line 80">
                  <a:extLst>
                    <a:ext uri="{FF2B5EF4-FFF2-40B4-BE49-F238E27FC236}">
                      <a16:creationId xmlns:a16="http://schemas.microsoft.com/office/drawing/2014/main" id="{90179A3F-210B-6566-A4A2-F50DAB4E89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9" name="Line 83">
                  <a:extLst>
                    <a:ext uri="{FF2B5EF4-FFF2-40B4-BE49-F238E27FC236}">
                      <a16:creationId xmlns:a16="http://schemas.microsoft.com/office/drawing/2014/main" id="{772AEF66-4E36-6C46-BEE9-2E18CDC2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0" name="Line 86">
                  <a:extLst>
                    <a:ext uri="{FF2B5EF4-FFF2-40B4-BE49-F238E27FC236}">
                      <a16:creationId xmlns:a16="http://schemas.microsoft.com/office/drawing/2014/main" id="{258703F6-E13A-5C69-B4D3-DE791D24F1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1" name="Line 89">
                  <a:extLst>
                    <a:ext uri="{FF2B5EF4-FFF2-40B4-BE49-F238E27FC236}">
                      <a16:creationId xmlns:a16="http://schemas.microsoft.com/office/drawing/2014/main" id="{EEC221A3-F3A0-F165-B37C-BF65A34237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1BE042E-E49B-4A5F-357E-8DB2C56DD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C166BC29-F4E6-A651-BD21-70A8B85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002A7A7-B4BB-9C4C-3948-E72F7F44D1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F73A36C-4216-A151-D845-77BCCDC9E7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Rectangle 30">
                  <a:extLst>
                    <a:ext uri="{FF2B5EF4-FFF2-40B4-BE49-F238E27FC236}">
                      <a16:creationId xmlns:a16="http://schemas.microsoft.com/office/drawing/2014/main" id="{5BBF4110-E046-056F-4D58-8896610108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30">
                  <a:extLst>
                    <a:ext uri="{FF2B5EF4-FFF2-40B4-BE49-F238E27FC236}">
                      <a16:creationId xmlns:a16="http://schemas.microsoft.com/office/drawing/2014/main" id="{809EE42A-5648-154F-432A-D9F3570862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783DC31-F0EF-CF42-ED90-75B1ABD16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798C938D-4846-6187-1846-8DF73B4DD1D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E52F3A13-6583-B19D-8326-EDCA4E9994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C02D64-2157-DCA3-9D5E-57703AAB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EDD009B-AFCE-7C90-EDC0-4823F23EA1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8DCD1D20-6F7B-2005-233C-448F727696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C701A3C9-3B53-4238-2638-1B8BA0EC5F5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36AC7693-785F-3C83-9A64-E6039FA0E0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359D63-C81D-206A-44F3-F1273C070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6" name="Freeform 68">
                  <a:extLst>
                    <a:ext uri="{FF2B5EF4-FFF2-40B4-BE49-F238E27FC236}">
                      <a16:creationId xmlns:a16="http://schemas.microsoft.com/office/drawing/2014/main" id="{220AC73E-818C-B36C-CBD0-B0B5802981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69">
                  <a:extLst>
                    <a:ext uri="{FF2B5EF4-FFF2-40B4-BE49-F238E27FC236}">
                      <a16:creationId xmlns:a16="http://schemas.microsoft.com/office/drawing/2014/main" id="{E5255418-4DCC-DA3A-8A94-1E4253DD4C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Line 70">
                  <a:extLst>
                    <a:ext uri="{FF2B5EF4-FFF2-40B4-BE49-F238E27FC236}">
                      <a16:creationId xmlns:a16="http://schemas.microsoft.com/office/drawing/2014/main" id="{81D8F951-4C97-BFA4-4434-DCEC72D59E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784D93E-84DF-A671-0102-F4445B9D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4377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303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6F8AB8B9-9DB5-3592-13B2-C6EAC9964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104724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B6B9D5-CD1B-A940-279D-F71F01ADB00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68164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269BDF9-7C8E-6E41-2B0A-E6156A56F0E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74202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B8ED33-4EE7-7B50-3C8D-2D43FCEE2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8F833A-02FB-E36B-45C9-0645070F68F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7BDAEEC9-E6ED-C61A-85C7-C1E0B67B1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1492A7-053E-DE52-D433-9715A1632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326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89466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9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7" r:id="rId18"/>
    <p:sldLayoutId id="2147483672" r:id="rId19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522" y="298564"/>
            <a:ext cx="6291349" cy="6260873"/>
          </a:xfrm>
        </p:spPr>
        <p:txBody>
          <a:bodyPr>
            <a:noAutofit/>
          </a:bodyPr>
          <a:lstStyle/>
          <a:p>
            <a:r>
              <a:rPr lang="en-US" sz="6600" dirty="0"/>
              <a:t>Natural Language Processing (NLP) for Text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D94E7F46-7BF9-229C-C325-2BBC01DB32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36784" y="369332"/>
            <a:ext cx="1023601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/>
              <a:t>Introduction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Natural Language Processing (NLP)</a:t>
            </a:r>
            <a:r>
              <a:rPr lang="en-US" dirty="0"/>
              <a:t> is a branch of Artificial Intelligence that enables computers to understand, interpret, and generate human language.</a:t>
            </a:r>
            <a:br>
              <a:rPr lang="en-US" dirty="0"/>
            </a:br>
            <a:r>
              <a:rPr lang="en-US" b="1" dirty="0"/>
              <a:t>Text classification</a:t>
            </a:r>
            <a:r>
              <a:rPr lang="en-US" dirty="0"/>
              <a:t> is one of its most important tasks — automatically categorizing text into predefined labels such as spam detection, sentiment analysis, or topic tagging.</a:t>
            </a:r>
            <a:br>
              <a:rPr lang="en-US" dirty="0"/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DD32A7E-A05D-EFE3-92BD-022601F0E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1277" y="1166844"/>
            <a:ext cx="96061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dirty="0"/>
              <a:t>Why Text Classification?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600" dirty="0"/>
              <a:t>Organizes large volumes of unstructured text data.</a:t>
            </a:r>
            <a:br>
              <a:rPr lang="en-US" sz="3600" dirty="0"/>
            </a:br>
            <a:r>
              <a:rPr lang="en-US" sz="3600" dirty="0"/>
              <a:t>Enables automation in content filtering and sentiment tracking.</a:t>
            </a:r>
            <a:br>
              <a:rPr lang="en-US" sz="3600" dirty="0"/>
            </a:br>
            <a:r>
              <a:rPr lang="en-US" sz="3600" dirty="0"/>
              <a:t> Improves decision-making using language-based insights.</a:t>
            </a:r>
            <a:br>
              <a:rPr lang="en-US" sz="3600" dirty="0"/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730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DBE365F-4349-38E9-F3BA-4534FFAD38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2644" y="151180"/>
            <a:ext cx="11404892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IN" sz="2800" b="1" dirty="0"/>
              <a:t>NLP Workflow for Text Classification</a:t>
            </a:r>
            <a:br>
              <a:rPr lang="en-IN" sz="2800" b="1" dirty="0"/>
            </a:br>
            <a:r>
              <a:rPr lang="en-IN" sz="2800" b="1" dirty="0"/>
              <a:t>Text Preprocessing</a:t>
            </a:r>
            <a:br>
              <a:rPr lang="en-IN" sz="2800" dirty="0"/>
            </a:br>
            <a:r>
              <a:rPr lang="en-IN" sz="2800" dirty="0"/>
              <a:t>Cleaning data (removing </a:t>
            </a:r>
            <a:r>
              <a:rPr lang="en-IN" sz="2800" dirty="0" err="1"/>
              <a:t>stopwords</a:t>
            </a:r>
            <a:r>
              <a:rPr lang="en-IN" sz="2800" dirty="0"/>
              <a:t>, punctuation, special characters)</a:t>
            </a:r>
            <a:br>
              <a:rPr lang="en-IN" sz="2800" dirty="0"/>
            </a:br>
            <a:r>
              <a:rPr lang="en-IN" sz="2800" dirty="0"/>
              <a:t>Tokenization (splitting text into words)</a:t>
            </a:r>
            <a:br>
              <a:rPr lang="en-IN" sz="2800" dirty="0"/>
            </a:br>
            <a:r>
              <a:rPr lang="en-IN" sz="2800" dirty="0"/>
              <a:t>Lemmatization/Stemming (reducing words to their base forms)</a:t>
            </a:r>
            <a:br>
              <a:rPr lang="en-IN" sz="2800" dirty="0"/>
            </a:br>
            <a:r>
              <a:rPr lang="en-IN" sz="2800" b="1" dirty="0"/>
              <a:t>Feature Extraction</a:t>
            </a:r>
            <a:br>
              <a:rPr lang="en-IN" sz="2800" dirty="0"/>
            </a:br>
            <a:r>
              <a:rPr lang="en-IN" sz="2800" dirty="0"/>
              <a:t>Bag of Words (</a:t>
            </a:r>
            <a:r>
              <a:rPr lang="en-IN" sz="2800" dirty="0" err="1"/>
              <a:t>BoW</a:t>
            </a:r>
            <a:r>
              <a:rPr lang="en-IN" sz="2800" dirty="0"/>
              <a:t>)</a:t>
            </a:r>
            <a:br>
              <a:rPr lang="en-IN" sz="2800" dirty="0"/>
            </a:br>
            <a:r>
              <a:rPr lang="en-IN" sz="2800" dirty="0"/>
              <a:t>TF-IDF (Term Frequency–Inverse Document Frequency)</a:t>
            </a:r>
            <a:br>
              <a:rPr lang="en-IN" sz="2800" dirty="0"/>
            </a:br>
            <a:r>
              <a:rPr lang="en-IN" sz="2800" dirty="0"/>
              <a:t>Word Embeddings (Word2Vec, </a:t>
            </a:r>
            <a:r>
              <a:rPr lang="en-IN" sz="2800" dirty="0" err="1"/>
              <a:t>GloVe</a:t>
            </a:r>
            <a:r>
              <a:rPr lang="en-IN" sz="2800" dirty="0"/>
              <a:t>)</a:t>
            </a:r>
            <a:br>
              <a:rPr lang="en-IN" sz="2800" dirty="0"/>
            </a:br>
            <a:r>
              <a:rPr lang="en-IN" sz="2800" b="1" dirty="0"/>
              <a:t>Model Building</a:t>
            </a:r>
            <a:br>
              <a:rPr lang="en-IN" sz="2800" dirty="0"/>
            </a:br>
            <a:r>
              <a:rPr lang="en-IN" sz="2800" dirty="0"/>
              <a:t>Machine Learning: Naive Bayes, Logistic Regression, SVM</a:t>
            </a:r>
            <a:br>
              <a:rPr lang="en-IN" sz="2800" dirty="0"/>
            </a:br>
            <a:r>
              <a:rPr lang="en-IN" sz="2800" dirty="0"/>
              <a:t>Deep Learning: LSTM, GRU, Transformers</a:t>
            </a:r>
            <a:br>
              <a:rPr lang="en-IN" sz="2800" dirty="0"/>
            </a:br>
            <a:r>
              <a:rPr lang="en-IN" sz="2800" b="1" dirty="0"/>
              <a:t>Model Evaluation</a:t>
            </a:r>
            <a:br>
              <a:rPr lang="en-IN" sz="2800" dirty="0"/>
            </a:br>
            <a:r>
              <a:rPr lang="en-IN" sz="2800" dirty="0"/>
              <a:t>Accuracy, Precision, Recall, F1-score</a:t>
            </a:r>
            <a:br>
              <a:rPr lang="en-IN" sz="2800" dirty="0"/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421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FE685AF-0275-1EF7-DE4D-48370FA369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0072" y="1304040"/>
            <a:ext cx="1110433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4000" b="1" dirty="0"/>
              <a:t>Tools and Libraries Used</a:t>
            </a:r>
            <a:br>
              <a:rPr lang="en-IN" sz="4000" b="1" dirty="0"/>
            </a:br>
            <a:r>
              <a:rPr lang="en-IN" sz="4000" b="1" dirty="0"/>
              <a:t>NLTK</a:t>
            </a:r>
            <a:r>
              <a:rPr lang="en-IN" sz="4000" dirty="0"/>
              <a:t> – Natural Language Toolkit for preprocessing</a:t>
            </a:r>
            <a:br>
              <a:rPr lang="en-IN" sz="4000" dirty="0"/>
            </a:br>
            <a:r>
              <a:rPr lang="en-IN" sz="4000" b="1" dirty="0"/>
              <a:t>Scikit-learn</a:t>
            </a:r>
            <a:r>
              <a:rPr lang="en-IN" sz="4000" dirty="0"/>
              <a:t> – For model training and evaluation</a:t>
            </a:r>
            <a:br>
              <a:rPr lang="en-IN" sz="4000" dirty="0"/>
            </a:br>
            <a:r>
              <a:rPr lang="en-IN" sz="4000" b="1" dirty="0" err="1"/>
              <a:t>Keras</a:t>
            </a:r>
            <a:r>
              <a:rPr lang="en-IN" sz="4000" b="1" dirty="0"/>
              <a:t>/TensorFlow</a:t>
            </a:r>
            <a:r>
              <a:rPr lang="en-IN" sz="4000" dirty="0"/>
              <a:t> – For deep learning-based text classification</a:t>
            </a:r>
            <a:br>
              <a:rPr lang="en-IN" sz="4000" dirty="0"/>
            </a:br>
            <a:r>
              <a:rPr lang="en-IN" sz="4000" b="1" dirty="0"/>
              <a:t>Pandas &amp; NumPy</a:t>
            </a:r>
            <a:r>
              <a:rPr lang="en-IN" sz="4000" dirty="0"/>
              <a:t> – Data manipulation and analysis</a:t>
            </a:r>
            <a:br>
              <a:rPr lang="en-IN" sz="4000" dirty="0"/>
            </a:b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867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87" y="1872679"/>
            <a:ext cx="15967588" cy="2996901"/>
          </a:xfrm>
        </p:spPr>
        <p:txBody>
          <a:bodyPr anchor="b">
            <a:noAutofit/>
          </a:bodyPr>
          <a:lstStyle/>
          <a:p>
            <a:pPr algn="l"/>
            <a:r>
              <a:rPr lang="en-US" sz="3600" b="1" dirty="0"/>
              <a:t>Applications of NLP Text Classification</a:t>
            </a:r>
            <a:br>
              <a:rPr lang="en-US" sz="3600" b="1" dirty="0"/>
            </a:br>
            <a:r>
              <a:rPr lang="en-US" sz="3600" dirty="0"/>
              <a:t>Email spam detection</a:t>
            </a:r>
            <a:br>
              <a:rPr lang="en-US" sz="3600" dirty="0"/>
            </a:br>
            <a:r>
              <a:rPr lang="en-US" sz="3600" dirty="0"/>
              <a:t>Sentiment analysis in reviews and social media</a:t>
            </a:r>
            <a:br>
              <a:rPr lang="en-US" sz="3600" dirty="0"/>
            </a:br>
            <a:r>
              <a:rPr lang="en-US" sz="3600" dirty="0"/>
              <a:t>Document categorization</a:t>
            </a:r>
            <a:br>
              <a:rPr lang="en-US" sz="3600" dirty="0"/>
            </a:br>
            <a:r>
              <a:rPr lang="en-US" sz="3600" dirty="0"/>
              <a:t>Chatbot intent recognition</a:t>
            </a:r>
            <a:br>
              <a:rPr lang="en-US" sz="3600" dirty="0"/>
            </a:br>
            <a:r>
              <a:rPr lang="en-US" sz="3600" dirty="0"/>
              <a:t>News topic classification</a:t>
            </a: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59185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CCE9C-52F1-D990-1499-4B6F955F8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A75AF2E-D306-C037-28F4-8480F52A47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1919" y="675660"/>
            <a:ext cx="1055769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Conclusion</a:t>
            </a:r>
            <a:br>
              <a:rPr lang="en-US" b="1" dirty="0"/>
            </a:br>
            <a:r>
              <a:rPr lang="en-US" dirty="0"/>
              <a:t>Text classification using NLP is a </a:t>
            </a:r>
            <a:r>
              <a:rPr lang="en-US" b="1" dirty="0"/>
              <a:t>powerful approach to converting text into actionable insights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By combining linguistic preprocessing and machine learning models, we can </a:t>
            </a:r>
            <a:r>
              <a:rPr lang="en-US" b="1" dirty="0"/>
              <a:t>understand and categorize human language</a:t>
            </a:r>
            <a:r>
              <a:rPr lang="en-US" dirty="0"/>
              <a:t> efficiently — paving the way for intelligent automation in businesses and digital communication.</a:t>
            </a:r>
            <a:br>
              <a:rPr lang="en-US" dirty="0"/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71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sz="44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1639" y="3219450"/>
            <a:ext cx="5407362" cy="3092780"/>
          </a:xfrm>
        </p:spPr>
        <p:txBody>
          <a:bodyPr>
            <a:normAutofit/>
          </a:bodyPr>
          <a:lstStyle/>
          <a:p>
            <a:r>
              <a:rPr lang="en-US" sz="3200" dirty="0"/>
              <a:t>If you have any doubts?</a:t>
            </a:r>
          </a:p>
          <a:p>
            <a:r>
              <a:rPr lang="en-US" sz="3200" dirty="0"/>
              <a:t>thahliyamist@gmail.com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AE25C0-66E9-4E74-9814-75E5D2A6CAB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FEDA63D-DE73-4ED5-BDF0-D3D9FD35E1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954E08-A2C8-44D4-BABF-5531D0DF1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Triggers and events,day38</Template>
  <TotalTime>6</TotalTime>
  <Words>342</Words>
  <Application>Microsoft Office PowerPoint</Application>
  <PresentationFormat>Widescreen</PresentationFormat>
  <Paragraphs>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 Next LT Pro</vt:lpstr>
      <vt:lpstr>Calibri</vt:lpstr>
      <vt:lpstr>Goudy Old Style</vt:lpstr>
      <vt:lpstr>Wingdings</vt:lpstr>
      <vt:lpstr>FrostyVTI</vt:lpstr>
      <vt:lpstr>Natural Language Processing (NLP) for Text Classification</vt:lpstr>
      <vt:lpstr>Introduction  Natural Language Processing (NLP) is a branch of Artificial Intelligence that enables computers to understand, interpret, and generate human language. Text classification is one of its most important tasks — automatically categorizing text into predefined labels such as spam detection, sentiment analysis, or topic tagging. </vt:lpstr>
      <vt:lpstr>Why Text Classification?  Organizes large volumes of unstructured text data. Enables automation in content filtering and sentiment tracking.  Improves decision-making using language-based insights. </vt:lpstr>
      <vt:lpstr>NLP Workflow for Text Classification Text Preprocessing Cleaning data (removing stopwords, punctuation, special characters) Tokenization (splitting text into words) Lemmatization/Stemming (reducing words to their base forms) Feature Extraction Bag of Words (BoW) TF-IDF (Term Frequency–Inverse Document Frequency) Word Embeddings (Word2Vec, GloVe) Model Building Machine Learning: Naive Bayes, Logistic Regression, SVM Deep Learning: LSTM, GRU, Transformers Model Evaluation Accuracy, Precision, Recall, F1-score </vt:lpstr>
      <vt:lpstr>Tools and Libraries Used NLTK – Natural Language Toolkit for preprocessing Scikit-learn – For model training and evaluation Keras/TensorFlow – For deep learning-based text classification Pandas &amp; NumPy – Data manipulation and analysis </vt:lpstr>
      <vt:lpstr>Applications of NLP Text Classification Email spam detection Sentiment analysis in reviews and social media Document categorization Chatbot intent recognition News topic classification </vt:lpstr>
      <vt:lpstr>Conclusion Text classification using NLP is a powerful approach to converting text into actionable insights. By combining linguistic preprocessing and machine learning models, we can understand and categorize human language efficiently — paving the way for intelligent automation in businesses and digital communication.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Thahliya M</dc:creator>
  <cp:lastModifiedBy>Thahliya M</cp:lastModifiedBy>
  <cp:revision>1</cp:revision>
  <dcterms:created xsi:type="dcterms:W3CDTF">2025-11-04T15:03:12Z</dcterms:created>
  <dcterms:modified xsi:type="dcterms:W3CDTF">2025-11-04T15:09:29Z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